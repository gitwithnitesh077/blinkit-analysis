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D200"/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E2BE17-CE3C-4F5C-8CAB-D1AAC1C00D47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0319FB-4169-448C-AF34-82D15A09BE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683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0319FB-4169-448C-AF34-82D15A09BE8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01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026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B622CF93-811D-06B0-C3DE-91CCEB62C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Microsoft SQL Server color icon in PNG, SVG">
            <a:extLst>
              <a:ext uri="{FF2B5EF4-FFF2-40B4-BE49-F238E27FC236}">
                <a16:creationId xmlns:a16="http://schemas.microsoft.com/office/drawing/2014/main" id="{70C49BFB-C4DA-714D-C1AC-3022D7E7F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B20A1AD-A6B7-2DA4-C4DD-D752F72166D0}"/>
              </a:ext>
            </a:extLst>
          </p:cNvPr>
          <p:cNvSpPr/>
          <p:nvPr/>
        </p:nvSpPr>
        <p:spPr>
          <a:xfrm>
            <a:off x="194226" y="2641822"/>
            <a:ext cx="3264592" cy="388175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300000"/>
              </a:lnSpc>
            </a:pPr>
            <a:r>
              <a:rPr lang="en-IN" sz="2000" b="1" dirty="0">
                <a:solidFill>
                  <a:schemeClr val="tx1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 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10F2171B-75CE-823D-4908-5B6496B06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DDA2FE8A-5B63-4A2F-3B24-E577D1291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B8E4DDF-3AD0-B3A8-711B-5A4C75909665}"/>
              </a:ext>
            </a:extLst>
          </p:cNvPr>
          <p:cNvSpPr/>
          <p:nvPr/>
        </p:nvSpPr>
        <p:spPr>
          <a:xfrm>
            <a:off x="187601" y="1803790"/>
            <a:ext cx="3264592" cy="388175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300000"/>
              </a:lnSpc>
            </a:pPr>
            <a:r>
              <a:rPr lang="en-IN" sz="2000" b="1" dirty="0">
                <a:solidFill>
                  <a:schemeClr val="tx1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4B5432AF-6E41-D522-3E02-01E41A966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98BD39B8-9A9F-4A0B-8526-BA46BA2F7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7369A6B-3C77-F7AC-9AC8-B37531E9578C}"/>
              </a:ext>
            </a:extLst>
          </p:cNvPr>
          <p:cNvSpPr/>
          <p:nvPr/>
        </p:nvSpPr>
        <p:spPr>
          <a:xfrm>
            <a:off x="214105" y="1862142"/>
            <a:ext cx="3264592" cy="388175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300000"/>
              </a:lnSpc>
            </a:pPr>
            <a:r>
              <a:rPr lang="en-IN" sz="2000" b="1" dirty="0">
                <a:solidFill>
                  <a:schemeClr val="tx1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D2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587</TotalTime>
  <Words>347</Words>
  <Application>Microsoft Office PowerPoint</Application>
  <PresentationFormat>Widescreen</PresentationFormat>
  <Paragraphs>32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Nitesh K</cp:lastModifiedBy>
  <cp:revision>18</cp:revision>
  <dcterms:created xsi:type="dcterms:W3CDTF">2024-06-24T12:27:37Z</dcterms:created>
  <dcterms:modified xsi:type="dcterms:W3CDTF">2025-12-31T10:32:42Z</dcterms:modified>
</cp:coreProperties>
</file>